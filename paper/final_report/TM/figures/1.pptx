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04"/>
    <p:restoredTop sz="94668"/>
  </p:normalViewPr>
  <p:slideViewPr>
    <p:cSldViewPr snapToGrid="0">
      <p:cViewPr varScale="1">
        <p:scale>
          <a:sx n="115" d="100"/>
          <a:sy n="115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B5C95-E1C0-92F3-6DC2-D60814669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E359BB-3E13-9AED-D7ED-12E9F3FC2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695497-B714-A9AB-1563-D17503DB5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CC9767-5280-B88C-D442-E1C7F31A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35027-69B4-5ABD-FBDC-BE955D32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877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86FD0-56BE-8A3F-82D2-68ACD3B6F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FBDBD-1A77-F13A-AECC-D0D5F32B6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D0B24-619B-63A9-DE7E-558438C7C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6CA7DA-FAF0-2809-2369-E4028A35B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94D4F3-2A50-077C-11F4-D736DE93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59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AE607-B2F9-0FAA-34A7-30291C38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F0F98A-ABA6-99A4-96F3-68E3390EA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04A847-9D6A-CBE5-123B-D676211E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1DF38-E1C1-049D-DFC3-8792EB7F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7F2F54-6D2A-09B5-DD6C-4F1944EE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520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70E0C-0659-43BE-E7DF-70A8ECAA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E16125-481A-96DB-A2DE-8D21AA3E6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B6ABFD-FCC1-4728-63DF-B7B6BF5A6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192593-C026-2DB8-CD05-051730A9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4FD2AA-6666-ACA6-942C-E17AFD524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9BD448-5C8A-A025-DF1F-68D0078C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891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5E934-2A39-D679-F717-220BEAD8C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D238C0-21C2-10A2-B072-CF7D6F341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1F5892-FDC5-BED2-C2ED-9528E47F6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62D52E-0C14-D341-FD9F-7E0E23DD9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8D3179-0583-C814-A7BE-313F664D9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AE8221-0123-EE9A-2A95-3DBB9C85A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78F4DA-9C69-1A9D-FD17-B6083318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7E967F-E355-E288-37D9-AE6D4CCE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277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48812-D7EC-3870-5070-43347AEA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B2F978-ED80-09C1-1D08-3B7F8926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C7B116-CC45-6908-4307-C299A7AC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6F13C0-16D7-2B51-D644-6C67A738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857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7C4C58-A095-3710-8214-B074AAA5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2A738A-0F05-F11C-0E95-3B1FC152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BAE1D-3B39-C8A0-6EB1-B9DDAFB4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662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1C4EC-11B0-7A18-7CCF-721B2324D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6B97D2-A12C-8E93-4998-1F34B5A80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0E3154-1CD8-1BA4-AF30-126E89579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FB047A-60DC-DA0A-85B6-2D20D515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8D39BE-363B-D24C-E32C-8849170F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0C8500-C5C0-A011-113D-403CFB54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460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8E255-A9FC-06AA-2847-EA80877D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33233A-BEB4-654D-938F-552F4C419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E3039B-8E7A-0C1B-17C0-559D5E533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324E6B-5EAB-D3BE-9B6F-339F4B608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6856C4-4126-DA35-B23B-879ACB38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556458-8D8D-5ACD-8491-F39E7B25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4840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4B46D-B10C-F6AE-7105-4048710E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52C245-34E5-F108-1172-F6D3AC888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B37B3A-7905-FAB3-8B42-F7C7CF5E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53D6DF-779B-97F4-5B3C-AF014316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C1C4B0-FCD2-5FD6-F1B2-26C6B7E7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646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907849-4D17-9E08-FFB4-46FDCEE2D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08F493-4C4C-3F04-31E5-C3E530F06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E7F905-7959-B7FB-82A6-4C0D9F04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6B0D14-3214-50AF-9A6A-ACDD0452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FBD71-4BAF-315A-8CDC-EEA00114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551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4B9BEF-35B8-9121-ACC5-053F7FB8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032A76-64AB-7435-A1D3-489B71F01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2E2FE-8E6F-51AD-1273-3CDBD7315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BA806-10FD-5445-9962-998C3C781F17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96A6E-FB2A-D810-B273-337D4DEE3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7E7AE9-61F8-69DE-67CA-6EE171B31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877DD-B520-3E4C-ABB1-8CC9AFFA87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427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斜纹 5">
            <a:extLst>
              <a:ext uri="{FF2B5EF4-FFF2-40B4-BE49-F238E27FC236}">
                <a16:creationId xmlns:a16="http://schemas.microsoft.com/office/drawing/2014/main" id="{E86E6166-8FC3-C3AA-8953-035F72C9AE4B}"/>
              </a:ext>
            </a:extLst>
          </p:cNvPr>
          <p:cNvSpPr/>
          <p:nvPr/>
        </p:nvSpPr>
        <p:spPr>
          <a:xfrm>
            <a:off x="3241474" y="3786948"/>
            <a:ext cx="3195293" cy="2756647"/>
          </a:xfrm>
          <a:prstGeom prst="diagStripe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半闭框 7">
            <a:extLst>
              <a:ext uri="{FF2B5EF4-FFF2-40B4-BE49-F238E27FC236}">
                <a16:creationId xmlns:a16="http://schemas.microsoft.com/office/drawing/2014/main" id="{C4BB43A6-26BB-5C39-0CA3-6077EF6674EB}"/>
              </a:ext>
            </a:extLst>
          </p:cNvPr>
          <p:cNvSpPr/>
          <p:nvPr/>
        </p:nvSpPr>
        <p:spPr>
          <a:xfrm>
            <a:off x="464626" y="136569"/>
            <a:ext cx="4625789" cy="3779902"/>
          </a:xfrm>
          <a:prstGeom prst="halfFrame">
            <a:avLst>
              <a:gd name="adj1" fmla="val 33333"/>
              <a:gd name="adj2" fmla="val 31938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C957CA-CE61-A02D-B447-EC57A5CD5901}"/>
              </a:ext>
            </a:extLst>
          </p:cNvPr>
          <p:cNvSpPr txBox="1"/>
          <p:nvPr/>
        </p:nvSpPr>
        <p:spPr>
          <a:xfrm>
            <a:off x="464626" y="2877011"/>
            <a:ext cx="6083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b="1" dirty="0"/>
              <a:t>Theoretical Manual </a:t>
            </a:r>
            <a:r>
              <a:rPr kumimoji="1" lang="en-US" altLang="zh-CN" b="1" dirty="0"/>
              <a:t>(v1.0)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443FE3-BBF6-2445-80BD-D29D074264C0}"/>
              </a:ext>
            </a:extLst>
          </p:cNvPr>
          <p:cNvSpPr txBox="1"/>
          <p:nvPr/>
        </p:nvSpPr>
        <p:spPr>
          <a:xfrm>
            <a:off x="353558" y="5165271"/>
            <a:ext cx="2818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 Vision-Based Tennis Ball Retriever with Dual-Roller Intake Mechanism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0CFA63-C493-992A-4E19-89C344482952}"/>
              </a:ext>
            </a:extLst>
          </p:cNvPr>
          <p:cNvSpPr txBox="1"/>
          <p:nvPr/>
        </p:nvSpPr>
        <p:spPr>
          <a:xfrm>
            <a:off x="1495058" y="1866482"/>
            <a:ext cx="5052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800" b="1" dirty="0"/>
              <a:t>Court Sweeper</a:t>
            </a:r>
          </a:p>
        </p:txBody>
      </p:sp>
    </p:spTree>
    <p:extLst>
      <p:ext uri="{BB962C8B-B14F-4D97-AF65-F5344CB8AC3E}">
        <p14:creationId xmlns:p14="http://schemas.microsoft.com/office/powerpoint/2010/main" val="2161195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</Words>
  <Application>Microsoft Macintosh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Yilin</dc:creator>
  <cp:lastModifiedBy>ZHANG, Yilin</cp:lastModifiedBy>
  <cp:revision>4</cp:revision>
  <dcterms:created xsi:type="dcterms:W3CDTF">2026-05-26T04:31:15Z</dcterms:created>
  <dcterms:modified xsi:type="dcterms:W3CDTF">2026-05-26T08:02:12Z</dcterms:modified>
</cp:coreProperties>
</file>